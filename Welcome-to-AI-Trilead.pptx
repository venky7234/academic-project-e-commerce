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585" autoAdjust="0"/>
  </p:normalViewPr>
  <p:slideViewPr>
    <p:cSldViewPr snapToGrid="0" snapToObjects="1">
      <p:cViewPr varScale="1">
        <p:scale>
          <a:sx n="57" d="100"/>
          <a:sy n="57" d="100"/>
        </p:scale>
        <p:origin x="-756" y="-90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1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1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1ADFA2-FF6C-4BC8-A72A-B91DBCFBC5B3}" type="datetimeFigureOut">
              <a:rPr lang="en-IN" smtClean="0"/>
              <a:t>08-07-2024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22325" y="6950075"/>
            <a:ext cx="6584950" cy="65833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F67E12-5E30-4C66-B648-252D164C14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838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hyperlink" Target="https://venky7234.github.io/Academic-project-E-commerce/" TargetMode="Externa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10158412" y="0"/>
            <a:ext cx="4471987" cy="100013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2610" y="2836664"/>
            <a:ext cx="4869061" cy="255627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64037" y="1658422"/>
            <a:ext cx="7415927" cy="21293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8384"/>
              </a:lnSpc>
              <a:buNone/>
            </a:pPr>
            <a:r>
              <a:rPr lang="en-US" sz="6707" b="1" kern="0" spc="-201" dirty="0">
                <a:solidFill>
                  <a:srgbClr val="591CE6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Welcome to AI Trilead</a:t>
            </a:r>
            <a:endParaRPr lang="en-US" sz="6707" dirty="0"/>
          </a:p>
        </p:txBody>
      </p:sp>
      <p:sp>
        <p:nvSpPr>
          <p:cNvPr id="7" name="Text 3"/>
          <p:cNvSpPr/>
          <p:nvPr/>
        </p:nvSpPr>
        <p:spPr>
          <a:xfrm>
            <a:off x="864037" y="4158020"/>
            <a:ext cx="7415927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b="1" dirty="0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"Shop smarter,</a:t>
            </a:r>
            <a:endParaRPr lang="en-US" sz="1944" dirty="0"/>
          </a:p>
        </p:txBody>
      </p:sp>
      <p:sp>
        <p:nvSpPr>
          <p:cNvPr id="8" name="Text 4"/>
          <p:cNvSpPr/>
          <p:nvPr/>
        </p:nvSpPr>
        <p:spPr>
          <a:xfrm>
            <a:off x="864037" y="4830723"/>
            <a:ext cx="7415927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                   not harder</a:t>
            </a:r>
            <a:r>
              <a:rPr lang="en-US" sz="1944" b="1" dirty="0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! AI Trilead</a:t>
            </a:r>
            <a:r>
              <a:rPr lang="en-US" sz="1944" dirty="0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 uses smarts (AI)</a:t>
            </a:r>
            <a:endParaRPr lang="en-US" sz="1944" dirty="0"/>
          </a:p>
        </p:txBody>
      </p:sp>
      <p:sp>
        <p:nvSpPr>
          <p:cNvPr id="9" name="Text 5"/>
          <p:cNvSpPr/>
          <p:nvPr/>
        </p:nvSpPr>
        <p:spPr>
          <a:xfrm>
            <a:off x="864037" y="5503426"/>
            <a:ext cx="7415927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                                                    to make your online shopping</a:t>
            </a:r>
            <a:endParaRPr lang="en-US" sz="1944" dirty="0"/>
          </a:p>
        </p:txBody>
      </p:sp>
      <p:sp>
        <p:nvSpPr>
          <p:cNvPr id="10" name="Text 6"/>
          <p:cNvSpPr/>
          <p:nvPr/>
        </p:nvSpPr>
        <p:spPr>
          <a:xfrm>
            <a:off x="864037" y="6176129"/>
            <a:ext cx="7415927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                                                                                           </a:t>
            </a:r>
            <a:r>
              <a:rPr lang="en-US" sz="1944" dirty="0" smtClean="0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  </a:t>
            </a:r>
            <a:r>
              <a:rPr lang="en-US" sz="1944" b="1" dirty="0" smtClean="0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 </a:t>
            </a:r>
            <a:r>
              <a:rPr lang="en-US" sz="1944" b="1" dirty="0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easy and fun."</a:t>
            </a:r>
            <a:endParaRPr lang="en-US" sz="1944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4" name="Text 2"/>
          <p:cNvSpPr/>
          <p:nvPr/>
        </p:nvSpPr>
        <p:spPr>
          <a:xfrm>
            <a:off x="864037" y="2400538"/>
            <a:ext cx="6172200" cy="77152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6075"/>
              </a:lnSpc>
              <a:buNone/>
            </a:pPr>
            <a:r>
              <a:rPr lang="en-US" sz="4860" b="1" kern="0" spc="-146" dirty="0">
                <a:solidFill>
                  <a:srgbClr val="591CE6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Website Design</a:t>
            </a:r>
            <a:endParaRPr lang="en-US" sz="4860" dirty="0"/>
          </a:p>
        </p:txBody>
      </p:sp>
      <p:sp>
        <p:nvSpPr>
          <p:cNvPr id="5" name="Text 3"/>
          <p:cNvSpPr/>
          <p:nvPr/>
        </p:nvSpPr>
        <p:spPr>
          <a:xfrm>
            <a:off x="864037" y="3789164"/>
            <a:ext cx="3086100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038"/>
              </a:lnSpc>
              <a:buNone/>
            </a:pPr>
            <a:r>
              <a:rPr lang="en-US" sz="2430" b="1" kern="0" spc="-73" dirty="0">
                <a:solidFill>
                  <a:srgbClr val="591CE6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HTML</a:t>
            </a:r>
            <a:endParaRPr lang="en-US" sz="2430" dirty="0"/>
          </a:p>
        </p:txBody>
      </p:sp>
      <p:sp>
        <p:nvSpPr>
          <p:cNvPr id="6" name="Text 4"/>
          <p:cNvSpPr/>
          <p:nvPr/>
        </p:nvSpPr>
        <p:spPr>
          <a:xfrm>
            <a:off x="864037" y="4421743"/>
            <a:ext cx="3898821" cy="7900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Robust and accessible markup for our web pages.</a:t>
            </a:r>
            <a:endParaRPr lang="en-US" sz="1944" dirty="0"/>
          </a:p>
        </p:txBody>
      </p:sp>
      <p:sp>
        <p:nvSpPr>
          <p:cNvPr id="7" name="Text 5"/>
          <p:cNvSpPr/>
          <p:nvPr/>
        </p:nvSpPr>
        <p:spPr>
          <a:xfrm>
            <a:off x="5372695" y="3789164"/>
            <a:ext cx="3086100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038"/>
              </a:lnSpc>
              <a:buNone/>
            </a:pPr>
            <a:r>
              <a:rPr lang="en-US" sz="2430" b="1" kern="0" spc="-73" dirty="0">
                <a:solidFill>
                  <a:srgbClr val="591CE6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CSS</a:t>
            </a:r>
            <a:endParaRPr lang="en-US" sz="2430" dirty="0"/>
          </a:p>
        </p:txBody>
      </p:sp>
      <p:sp>
        <p:nvSpPr>
          <p:cNvPr id="8" name="Text 6"/>
          <p:cNvSpPr/>
          <p:nvPr/>
        </p:nvSpPr>
        <p:spPr>
          <a:xfrm>
            <a:off x="5372695" y="4421743"/>
            <a:ext cx="3898821" cy="7900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Stunning visual styles and layouts for an immersive experience.</a:t>
            </a:r>
            <a:endParaRPr lang="en-US" sz="1944" dirty="0"/>
          </a:p>
        </p:txBody>
      </p:sp>
      <p:sp>
        <p:nvSpPr>
          <p:cNvPr id="9" name="Text 7"/>
          <p:cNvSpPr/>
          <p:nvPr/>
        </p:nvSpPr>
        <p:spPr>
          <a:xfrm>
            <a:off x="9881354" y="3789164"/>
            <a:ext cx="3086100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038"/>
              </a:lnSpc>
              <a:buNone/>
            </a:pPr>
            <a:r>
              <a:rPr lang="en-US" sz="2430" b="1" kern="0" spc="-73" dirty="0">
                <a:solidFill>
                  <a:srgbClr val="591CE6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JavaScript</a:t>
            </a:r>
            <a:endParaRPr lang="en-US" sz="2430" dirty="0"/>
          </a:p>
        </p:txBody>
      </p:sp>
      <p:sp>
        <p:nvSpPr>
          <p:cNvPr id="10" name="Text 8"/>
          <p:cNvSpPr/>
          <p:nvPr/>
        </p:nvSpPr>
        <p:spPr>
          <a:xfrm>
            <a:off x="9881354" y="4421743"/>
            <a:ext cx="3898821" cy="11851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Dynamic interactivity and seamless functionality for our users.</a:t>
            </a:r>
            <a:endParaRPr lang="en-US" sz="1944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067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822" y="2230041"/>
            <a:ext cx="4912638" cy="377047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89477" y="630912"/>
            <a:ext cx="5736550" cy="71699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646"/>
              </a:lnSpc>
              <a:buNone/>
            </a:pPr>
            <a:r>
              <a:rPr lang="en-US" sz="4517" b="1" kern="0" spc="-136" dirty="0">
                <a:solidFill>
                  <a:srgbClr val="591CE6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Featured AI Products</a:t>
            </a:r>
            <a:endParaRPr lang="en-US" sz="4517" dirty="0"/>
          </a:p>
        </p:txBody>
      </p:sp>
      <p:sp>
        <p:nvSpPr>
          <p:cNvPr id="7" name="Shape 3"/>
          <p:cNvSpPr/>
          <p:nvPr/>
        </p:nvSpPr>
        <p:spPr>
          <a:xfrm>
            <a:off x="6289477" y="1950125"/>
            <a:ext cx="516255" cy="516255"/>
          </a:xfrm>
          <a:prstGeom prst="roundRect">
            <a:avLst>
              <a:gd name="adj" fmla="val 20002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482834" y="2036088"/>
            <a:ext cx="129421" cy="34421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710"/>
              </a:lnSpc>
              <a:buNone/>
            </a:pPr>
            <a:r>
              <a:rPr lang="en-US" sz="2710" b="1" kern="0" spc="-81" dirty="0">
                <a:solidFill>
                  <a:srgbClr val="272525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1</a:t>
            </a:r>
            <a:endParaRPr lang="en-US" sz="2710" dirty="0"/>
          </a:p>
        </p:txBody>
      </p:sp>
      <p:sp>
        <p:nvSpPr>
          <p:cNvPr id="9" name="Text 5"/>
          <p:cNvSpPr/>
          <p:nvPr/>
        </p:nvSpPr>
        <p:spPr>
          <a:xfrm>
            <a:off x="7035165" y="1950125"/>
            <a:ext cx="2868216" cy="35849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823"/>
              </a:lnSpc>
              <a:buNone/>
            </a:pPr>
            <a:r>
              <a:rPr lang="en-US" sz="2259" b="1" kern="0" spc="-68" dirty="0">
                <a:solidFill>
                  <a:srgbClr val="272525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Smart Home Devices</a:t>
            </a:r>
            <a:endParaRPr lang="en-US" sz="2259" dirty="0"/>
          </a:p>
        </p:txBody>
      </p:sp>
      <p:sp>
        <p:nvSpPr>
          <p:cNvPr id="10" name="Text 6"/>
          <p:cNvSpPr/>
          <p:nvPr/>
        </p:nvSpPr>
        <p:spPr>
          <a:xfrm>
            <a:off x="7035165" y="2446258"/>
            <a:ext cx="6792158" cy="36707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891"/>
              </a:lnSpc>
              <a:buNone/>
            </a:pPr>
            <a:r>
              <a:rPr lang="en-US" sz="1807" dirty="0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Intelligent home automation solutions powered by AI.</a:t>
            </a:r>
            <a:endParaRPr lang="en-US" sz="1807" dirty="0"/>
          </a:p>
        </p:txBody>
      </p:sp>
      <p:sp>
        <p:nvSpPr>
          <p:cNvPr id="11" name="Shape 7"/>
          <p:cNvSpPr/>
          <p:nvPr/>
        </p:nvSpPr>
        <p:spPr>
          <a:xfrm>
            <a:off x="6289477" y="3300889"/>
            <a:ext cx="516255" cy="516255"/>
          </a:xfrm>
          <a:prstGeom prst="roundRect">
            <a:avLst>
              <a:gd name="adj" fmla="val 20002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452592" y="3386852"/>
            <a:ext cx="190024" cy="34421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710"/>
              </a:lnSpc>
              <a:buNone/>
            </a:pPr>
            <a:r>
              <a:rPr lang="en-US" sz="2710" b="1" kern="0" spc="-81" dirty="0">
                <a:solidFill>
                  <a:srgbClr val="272525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2</a:t>
            </a:r>
            <a:endParaRPr lang="en-US" sz="2710" dirty="0"/>
          </a:p>
        </p:txBody>
      </p:sp>
      <p:sp>
        <p:nvSpPr>
          <p:cNvPr id="13" name="Text 9"/>
          <p:cNvSpPr/>
          <p:nvPr/>
        </p:nvSpPr>
        <p:spPr>
          <a:xfrm>
            <a:off x="7035165" y="3300889"/>
            <a:ext cx="2868216" cy="35849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823"/>
              </a:lnSpc>
              <a:buNone/>
            </a:pPr>
            <a:r>
              <a:rPr lang="en-US" sz="2259" b="1" kern="0" spc="-68" dirty="0">
                <a:solidFill>
                  <a:srgbClr val="272525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Voice Assistants</a:t>
            </a:r>
            <a:endParaRPr lang="en-US" sz="2259" dirty="0"/>
          </a:p>
        </p:txBody>
      </p:sp>
      <p:sp>
        <p:nvSpPr>
          <p:cNvPr id="14" name="Text 10"/>
          <p:cNvSpPr/>
          <p:nvPr/>
        </p:nvSpPr>
        <p:spPr>
          <a:xfrm>
            <a:off x="7035165" y="3797022"/>
            <a:ext cx="6792158" cy="7341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891"/>
              </a:lnSpc>
              <a:buNone/>
            </a:pPr>
            <a:r>
              <a:rPr lang="en-US" sz="1807" dirty="0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Cutting-edge voice recognition and natural language processing.</a:t>
            </a:r>
            <a:endParaRPr lang="en-US" sz="1807" dirty="0"/>
          </a:p>
        </p:txBody>
      </p:sp>
      <p:sp>
        <p:nvSpPr>
          <p:cNvPr id="15" name="Shape 11"/>
          <p:cNvSpPr/>
          <p:nvPr/>
        </p:nvSpPr>
        <p:spPr>
          <a:xfrm>
            <a:off x="6289477" y="5018723"/>
            <a:ext cx="516255" cy="516255"/>
          </a:xfrm>
          <a:prstGeom prst="roundRect">
            <a:avLst>
              <a:gd name="adj" fmla="val 20002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449616" y="5104686"/>
            <a:ext cx="195858" cy="34421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710"/>
              </a:lnSpc>
              <a:buNone/>
            </a:pPr>
            <a:r>
              <a:rPr lang="en-US" sz="2710" b="1" kern="0" spc="-81" dirty="0">
                <a:solidFill>
                  <a:srgbClr val="272525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3</a:t>
            </a:r>
            <a:endParaRPr lang="en-US" sz="2710" dirty="0"/>
          </a:p>
        </p:txBody>
      </p:sp>
      <p:sp>
        <p:nvSpPr>
          <p:cNvPr id="17" name="Text 13"/>
          <p:cNvSpPr/>
          <p:nvPr/>
        </p:nvSpPr>
        <p:spPr>
          <a:xfrm>
            <a:off x="7035165" y="5018723"/>
            <a:ext cx="2868216" cy="35849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823"/>
              </a:lnSpc>
              <a:buNone/>
            </a:pPr>
            <a:r>
              <a:rPr lang="en-US" sz="2259" b="1" kern="0" spc="-68" dirty="0">
                <a:solidFill>
                  <a:srgbClr val="272525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Predictive Analytics</a:t>
            </a:r>
            <a:endParaRPr lang="en-US" sz="2259" dirty="0"/>
          </a:p>
        </p:txBody>
      </p:sp>
      <p:sp>
        <p:nvSpPr>
          <p:cNvPr id="18" name="Text 14"/>
          <p:cNvSpPr/>
          <p:nvPr/>
        </p:nvSpPr>
        <p:spPr>
          <a:xfrm>
            <a:off x="7035165" y="5514856"/>
            <a:ext cx="6792158" cy="36707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891"/>
              </a:lnSpc>
              <a:buNone/>
            </a:pPr>
            <a:r>
              <a:rPr lang="en-US" sz="1807" dirty="0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AI-driven insights to enhance your shopping experience.</a:t>
            </a:r>
            <a:endParaRPr lang="en-US" sz="1807" dirty="0"/>
          </a:p>
        </p:txBody>
      </p:sp>
      <p:sp>
        <p:nvSpPr>
          <p:cNvPr id="19" name="Shape 15"/>
          <p:cNvSpPr/>
          <p:nvPr/>
        </p:nvSpPr>
        <p:spPr>
          <a:xfrm>
            <a:off x="6289477" y="6369487"/>
            <a:ext cx="516255" cy="516255"/>
          </a:xfrm>
          <a:prstGeom prst="roundRect">
            <a:avLst>
              <a:gd name="adj" fmla="val 20002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444377" y="6455450"/>
            <a:ext cx="206454" cy="34421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710"/>
              </a:lnSpc>
              <a:buNone/>
            </a:pPr>
            <a:r>
              <a:rPr lang="en-US" sz="2710" b="1" kern="0" spc="-81" dirty="0">
                <a:solidFill>
                  <a:srgbClr val="272525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4</a:t>
            </a:r>
            <a:endParaRPr lang="en-US" sz="2710" dirty="0"/>
          </a:p>
        </p:txBody>
      </p:sp>
      <p:sp>
        <p:nvSpPr>
          <p:cNvPr id="21" name="Text 17"/>
          <p:cNvSpPr/>
          <p:nvPr/>
        </p:nvSpPr>
        <p:spPr>
          <a:xfrm>
            <a:off x="7035165" y="6369487"/>
            <a:ext cx="2868216" cy="35849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823"/>
              </a:lnSpc>
              <a:buNone/>
            </a:pPr>
            <a:r>
              <a:rPr lang="en-US" sz="2259" b="1" kern="0" spc="-68" dirty="0">
                <a:solidFill>
                  <a:srgbClr val="272525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Robotic Companions</a:t>
            </a:r>
            <a:endParaRPr lang="en-US" sz="2259" dirty="0"/>
          </a:p>
        </p:txBody>
      </p:sp>
      <p:sp>
        <p:nvSpPr>
          <p:cNvPr id="22" name="Text 18"/>
          <p:cNvSpPr/>
          <p:nvPr/>
        </p:nvSpPr>
        <p:spPr>
          <a:xfrm>
            <a:off x="7035165" y="6865620"/>
            <a:ext cx="6792158" cy="7341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891"/>
              </a:lnSpc>
              <a:buNone/>
            </a:pPr>
            <a:r>
              <a:rPr lang="en-US" sz="1807" dirty="0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Innovative AI-powered robots for entertainment and assistance.</a:t>
            </a:r>
            <a:endParaRPr lang="en-US" sz="1807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624" y="1602224"/>
            <a:ext cx="5025152" cy="502515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32195" y="1255038"/>
            <a:ext cx="6582966" cy="57662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4540"/>
              </a:lnSpc>
              <a:buNone/>
            </a:pPr>
            <a:r>
              <a:rPr lang="en-US" sz="3632" b="1" kern="0" spc="-109" dirty="0">
                <a:solidFill>
                  <a:srgbClr val="591CE6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Seamless Shopping Experience</a:t>
            </a:r>
            <a:endParaRPr lang="en-US" sz="3632" dirty="0"/>
          </a:p>
        </p:txBody>
      </p:sp>
      <p:sp>
        <p:nvSpPr>
          <p:cNvPr id="7" name="Shape 3"/>
          <p:cNvSpPr/>
          <p:nvPr/>
        </p:nvSpPr>
        <p:spPr>
          <a:xfrm>
            <a:off x="6132195" y="2108359"/>
            <a:ext cx="7852410" cy="1078230"/>
          </a:xfrm>
          <a:prstGeom prst="roundRect">
            <a:avLst>
              <a:gd name="adj" fmla="val 7701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324243" y="2300407"/>
            <a:ext cx="2306479" cy="28825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270"/>
              </a:lnSpc>
              <a:buNone/>
            </a:pPr>
            <a:r>
              <a:rPr lang="en-US" sz="1816" b="1" kern="0" spc="-54" dirty="0">
                <a:solidFill>
                  <a:srgbClr val="272525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Intuitive Navigation</a:t>
            </a:r>
            <a:endParaRPr lang="en-US" sz="1816" dirty="0"/>
          </a:p>
        </p:txBody>
      </p:sp>
      <p:sp>
        <p:nvSpPr>
          <p:cNvPr id="9" name="Text 5"/>
          <p:cNvSpPr/>
          <p:nvPr/>
        </p:nvSpPr>
        <p:spPr>
          <a:xfrm>
            <a:off x="6324243" y="2699266"/>
            <a:ext cx="7468314" cy="29527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325"/>
              </a:lnSpc>
              <a:buNone/>
            </a:pPr>
            <a:r>
              <a:rPr lang="en-US" sz="1453" dirty="0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Effortlessly browse and discover products with our user-friendly interface.</a:t>
            </a:r>
            <a:endParaRPr lang="en-US" sz="1453" dirty="0"/>
          </a:p>
        </p:txBody>
      </p:sp>
      <p:sp>
        <p:nvSpPr>
          <p:cNvPr id="10" name="Shape 6"/>
          <p:cNvSpPr/>
          <p:nvPr/>
        </p:nvSpPr>
        <p:spPr>
          <a:xfrm>
            <a:off x="6132195" y="3371017"/>
            <a:ext cx="7852410" cy="1078230"/>
          </a:xfrm>
          <a:prstGeom prst="roundRect">
            <a:avLst>
              <a:gd name="adj" fmla="val 7701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324243" y="3563064"/>
            <a:ext cx="3415308" cy="28825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270"/>
              </a:lnSpc>
              <a:buNone/>
            </a:pPr>
            <a:r>
              <a:rPr lang="en-US" sz="1816" b="1" kern="0" spc="-54" dirty="0">
                <a:solidFill>
                  <a:srgbClr val="272525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Personalized Recommendations</a:t>
            </a:r>
            <a:endParaRPr lang="en-US" sz="1816" dirty="0"/>
          </a:p>
        </p:txBody>
      </p:sp>
      <p:sp>
        <p:nvSpPr>
          <p:cNvPr id="12" name="Text 8"/>
          <p:cNvSpPr/>
          <p:nvPr/>
        </p:nvSpPr>
        <p:spPr>
          <a:xfrm>
            <a:off x="6324243" y="3961924"/>
            <a:ext cx="7468314" cy="29527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325"/>
              </a:lnSpc>
              <a:buNone/>
            </a:pPr>
            <a:r>
              <a:rPr lang="en-US" sz="1453" dirty="0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AI-powered suggestions based on your browsing and purchase history.</a:t>
            </a:r>
            <a:endParaRPr lang="en-US" sz="1453" dirty="0"/>
          </a:p>
        </p:txBody>
      </p:sp>
      <p:sp>
        <p:nvSpPr>
          <p:cNvPr id="13" name="Shape 9"/>
          <p:cNvSpPr/>
          <p:nvPr/>
        </p:nvSpPr>
        <p:spPr>
          <a:xfrm>
            <a:off x="6132195" y="4633674"/>
            <a:ext cx="7852410" cy="1078230"/>
          </a:xfrm>
          <a:prstGeom prst="roundRect">
            <a:avLst>
              <a:gd name="adj" fmla="val 7701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324243" y="4825722"/>
            <a:ext cx="2306479" cy="28825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270"/>
              </a:lnSpc>
              <a:buNone/>
            </a:pPr>
            <a:r>
              <a:rPr lang="en-US" sz="1816" b="1" kern="0" spc="-54" dirty="0">
                <a:solidFill>
                  <a:srgbClr val="272525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Smooth Checkout</a:t>
            </a:r>
            <a:endParaRPr lang="en-US" sz="1816" dirty="0"/>
          </a:p>
        </p:txBody>
      </p:sp>
      <p:sp>
        <p:nvSpPr>
          <p:cNvPr id="15" name="Text 11"/>
          <p:cNvSpPr/>
          <p:nvPr/>
        </p:nvSpPr>
        <p:spPr>
          <a:xfrm>
            <a:off x="6324243" y="5224582"/>
            <a:ext cx="7468314" cy="29527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325"/>
              </a:lnSpc>
              <a:buNone/>
            </a:pPr>
            <a:r>
              <a:rPr lang="en-US" sz="1453" dirty="0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Streamlined checkout process with secure payment options.</a:t>
            </a:r>
            <a:endParaRPr lang="en-US" sz="1453" dirty="0"/>
          </a:p>
        </p:txBody>
      </p:sp>
      <p:sp>
        <p:nvSpPr>
          <p:cNvPr id="16" name="Shape 12"/>
          <p:cNvSpPr/>
          <p:nvPr/>
        </p:nvSpPr>
        <p:spPr>
          <a:xfrm>
            <a:off x="6132195" y="5896332"/>
            <a:ext cx="7852410" cy="1078230"/>
          </a:xfrm>
          <a:prstGeom prst="roundRect">
            <a:avLst>
              <a:gd name="adj" fmla="val 7701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324243" y="6088380"/>
            <a:ext cx="2306479" cy="28825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270"/>
              </a:lnSpc>
              <a:buNone/>
            </a:pPr>
            <a:r>
              <a:rPr lang="en-US" sz="1816" b="1" kern="0" spc="-54" dirty="0">
                <a:solidFill>
                  <a:srgbClr val="272525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Order Tracking</a:t>
            </a:r>
            <a:endParaRPr lang="en-US" sz="1816" dirty="0"/>
          </a:p>
        </p:txBody>
      </p:sp>
      <p:sp>
        <p:nvSpPr>
          <p:cNvPr id="18" name="Text 14"/>
          <p:cNvSpPr/>
          <p:nvPr/>
        </p:nvSpPr>
        <p:spPr>
          <a:xfrm>
            <a:off x="6324243" y="6487239"/>
            <a:ext cx="7468314" cy="29527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325"/>
              </a:lnSpc>
              <a:buNone/>
            </a:pPr>
            <a:r>
              <a:rPr lang="en-US" sz="1453" dirty="0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Real-time updates on the status of your deliveries.</a:t>
            </a:r>
            <a:endParaRPr lang="en-US" sz="1453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324017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098" y="2742605"/>
            <a:ext cx="5054203" cy="283880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91238" y="475178"/>
            <a:ext cx="5937647" cy="54006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4253"/>
              </a:lnSpc>
              <a:buNone/>
            </a:pPr>
            <a:r>
              <a:rPr lang="en-US" sz="3402" b="1" kern="0" spc="-102" dirty="0">
                <a:solidFill>
                  <a:srgbClr val="591CE6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Secure and Reliable Payments</a:t>
            </a:r>
            <a:endParaRPr lang="en-US" sz="3402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1238" y="1274445"/>
            <a:ext cx="431959" cy="43195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091238" y="1879163"/>
            <a:ext cx="2160270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26"/>
              </a:lnSpc>
              <a:buNone/>
            </a:pPr>
            <a:r>
              <a:rPr lang="en-US" sz="1701" b="1" kern="0" spc="-51" dirty="0">
                <a:solidFill>
                  <a:srgbClr val="272525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Credit Card</a:t>
            </a:r>
            <a:endParaRPr lang="en-US" sz="1701" dirty="0"/>
          </a:p>
        </p:txBody>
      </p:sp>
      <p:sp>
        <p:nvSpPr>
          <p:cNvPr id="9" name="Text 4"/>
          <p:cNvSpPr/>
          <p:nvPr/>
        </p:nvSpPr>
        <p:spPr>
          <a:xfrm>
            <a:off x="6091238" y="2252663"/>
            <a:ext cx="7934325" cy="2765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77"/>
              </a:lnSpc>
              <a:buNone/>
            </a:pPr>
            <a:r>
              <a:rPr lang="en-US" sz="1361" dirty="0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Multiple card options for a seamless checkout.</a:t>
            </a:r>
            <a:endParaRPr lang="en-US" sz="1361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1238" y="3047643"/>
            <a:ext cx="431959" cy="43195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091238" y="3652361"/>
            <a:ext cx="2160270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26"/>
              </a:lnSpc>
              <a:buNone/>
            </a:pPr>
            <a:r>
              <a:rPr lang="en-US" sz="1701" b="1" kern="0" spc="-51" dirty="0">
                <a:solidFill>
                  <a:srgbClr val="272525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Mobile Wallet</a:t>
            </a:r>
            <a:endParaRPr lang="en-US" sz="1701" dirty="0"/>
          </a:p>
        </p:txBody>
      </p:sp>
      <p:sp>
        <p:nvSpPr>
          <p:cNvPr id="12" name="Text 6"/>
          <p:cNvSpPr/>
          <p:nvPr/>
        </p:nvSpPr>
        <p:spPr>
          <a:xfrm>
            <a:off x="6091238" y="4025860"/>
            <a:ext cx="7934325" cy="2765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77"/>
              </a:lnSpc>
              <a:buNone/>
            </a:pPr>
            <a:r>
              <a:rPr lang="en-US" sz="1361" dirty="0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Convenient and secure mobile payment solutions.</a:t>
            </a:r>
            <a:endParaRPr lang="en-US" sz="1361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1238" y="4820841"/>
            <a:ext cx="431959" cy="43195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091238" y="5425559"/>
            <a:ext cx="2160270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26"/>
              </a:lnSpc>
              <a:buNone/>
            </a:pPr>
            <a:r>
              <a:rPr lang="en-US" sz="1701" b="1" kern="0" spc="-51" dirty="0">
                <a:solidFill>
                  <a:srgbClr val="272525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Digital Wallet</a:t>
            </a:r>
            <a:endParaRPr lang="en-US" sz="1701" dirty="0"/>
          </a:p>
        </p:txBody>
      </p:sp>
      <p:sp>
        <p:nvSpPr>
          <p:cNvPr id="15" name="Text 8"/>
          <p:cNvSpPr/>
          <p:nvPr/>
        </p:nvSpPr>
        <p:spPr>
          <a:xfrm>
            <a:off x="6091238" y="5799058"/>
            <a:ext cx="7934325" cy="2765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77"/>
              </a:lnSpc>
              <a:buNone/>
            </a:pPr>
            <a:r>
              <a:rPr lang="en-US" sz="1361" dirty="0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Hassle-free online payments with digital wallets.</a:t>
            </a:r>
            <a:endParaRPr lang="en-US" sz="1361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8" y="6594038"/>
            <a:ext cx="431959" cy="431959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091238" y="7198757"/>
            <a:ext cx="2160270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26"/>
              </a:lnSpc>
              <a:buNone/>
            </a:pPr>
            <a:r>
              <a:rPr lang="en-US" sz="1701" b="1" kern="0" spc="-51" dirty="0">
                <a:solidFill>
                  <a:srgbClr val="272525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coupons</a:t>
            </a:r>
            <a:endParaRPr lang="en-US" sz="1701" dirty="0"/>
          </a:p>
        </p:txBody>
      </p:sp>
      <p:sp>
        <p:nvSpPr>
          <p:cNvPr id="18" name="Text 10"/>
          <p:cNvSpPr/>
          <p:nvPr/>
        </p:nvSpPr>
        <p:spPr>
          <a:xfrm>
            <a:off x="6091238" y="7572256"/>
            <a:ext cx="7934325" cy="2765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77"/>
              </a:lnSpc>
              <a:buNone/>
            </a:pPr>
            <a:r>
              <a:rPr lang="en-US" sz="1361" dirty="0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Coupons help you save money while shopping..</a:t>
            </a:r>
            <a:endParaRPr lang="en-US" sz="136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106" y="2470071"/>
            <a:ext cx="4934188" cy="328945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59473" y="607933"/>
            <a:ext cx="7597854" cy="13806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436"/>
              </a:lnSpc>
              <a:buNone/>
            </a:pPr>
            <a:r>
              <a:rPr lang="en-US" sz="4349" b="1" kern="0" spc="-130" dirty="0">
                <a:solidFill>
                  <a:srgbClr val="591CE6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Customer Support and Order Tracking</a:t>
            </a:r>
            <a:endParaRPr lang="en-US" sz="4349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9473" y="2319933"/>
            <a:ext cx="1104543" cy="176724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95367" y="2540794"/>
            <a:ext cx="2761298" cy="34504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18"/>
              </a:lnSpc>
              <a:buNone/>
            </a:pPr>
            <a:r>
              <a:rPr lang="en-US" sz="2174" b="1" kern="0" spc="-65" dirty="0">
                <a:solidFill>
                  <a:srgbClr val="272525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Order Placement</a:t>
            </a:r>
            <a:endParaRPr lang="en-US" sz="2174" dirty="0"/>
          </a:p>
        </p:txBody>
      </p:sp>
      <p:sp>
        <p:nvSpPr>
          <p:cNvPr id="9" name="Text 4"/>
          <p:cNvSpPr/>
          <p:nvPr/>
        </p:nvSpPr>
        <p:spPr>
          <a:xfrm>
            <a:off x="7695367" y="3018353"/>
            <a:ext cx="6161961" cy="35337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83"/>
              </a:lnSpc>
              <a:buNone/>
            </a:pPr>
            <a:r>
              <a:rPr lang="en-US" sz="1739" dirty="0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Complete your purchase with ease.</a:t>
            </a:r>
            <a:endParaRPr lang="en-US" sz="1739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9473" y="4087178"/>
            <a:ext cx="1104543" cy="176724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95367" y="4308038"/>
            <a:ext cx="2761298" cy="34504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18"/>
              </a:lnSpc>
              <a:buNone/>
            </a:pPr>
            <a:r>
              <a:rPr lang="en-US" sz="2174" b="1" kern="0" spc="-65" dirty="0">
                <a:solidFill>
                  <a:srgbClr val="272525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Order Tracking</a:t>
            </a:r>
            <a:endParaRPr lang="en-US" sz="2174" dirty="0"/>
          </a:p>
        </p:txBody>
      </p:sp>
      <p:sp>
        <p:nvSpPr>
          <p:cNvPr id="12" name="Text 6"/>
          <p:cNvSpPr/>
          <p:nvPr/>
        </p:nvSpPr>
        <p:spPr>
          <a:xfrm>
            <a:off x="7695367" y="4785598"/>
            <a:ext cx="6161961" cy="35337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83"/>
              </a:lnSpc>
              <a:buNone/>
            </a:pPr>
            <a:r>
              <a:rPr lang="en-US" sz="1739" dirty="0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Monitor the status of your delivery in real-time.</a:t>
            </a:r>
            <a:endParaRPr lang="en-US" sz="1739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9473" y="5854422"/>
            <a:ext cx="1104543" cy="176724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695367" y="6075283"/>
            <a:ext cx="2761298" cy="34504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18"/>
              </a:lnSpc>
              <a:buNone/>
            </a:pPr>
            <a:r>
              <a:rPr lang="en-US" sz="2174" b="1" kern="0" spc="-65" dirty="0">
                <a:solidFill>
                  <a:srgbClr val="272525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Customer Support</a:t>
            </a:r>
            <a:endParaRPr lang="en-US" sz="2174" dirty="0"/>
          </a:p>
        </p:txBody>
      </p:sp>
      <p:sp>
        <p:nvSpPr>
          <p:cNvPr id="15" name="Text 8"/>
          <p:cNvSpPr/>
          <p:nvPr/>
        </p:nvSpPr>
        <p:spPr>
          <a:xfrm>
            <a:off x="7695367" y="6552843"/>
            <a:ext cx="6161961" cy="35337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83"/>
              </a:lnSpc>
              <a:buNone/>
            </a:pPr>
            <a:r>
              <a:rPr lang="en-US" sz="1739" dirty="0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Dedicated 24/7 assistance for any inquiries or issues.</a:t>
            </a:r>
            <a:endParaRPr lang="en-US" sz="1739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  <p:txBody>
          <a:bodyPr/>
          <a:lstStyle/>
          <a:p>
            <a:r>
              <a:rPr lang="en-US" dirty="0" smtClean="0"/>
              <a:t> </a:t>
            </a:r>
            <a:endParaRPr lang="en-IN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610" y="2745343"/>
            <a:ext cx="4869180" cy="273891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50437" y="2077998"/>
            <a:ext cx="6172200" cy="77152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6075"/>
              </a:lnSpc>
              <a:buNone/>
            </a:pPr>
            <a:r>
              <a:rPr lang="en-US" sz="4860" b="1" kern="0" spc="-146" dirty="0">
                <a:solidFill>
                  <a:srgbClr val="591CE6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Conclusion</a:t>
            </a:r>
            <a:endParaRPr lang="en-US" sz="4860" dirty="0"/>
          </a:p>
        </p:txBody>
      </p:sp>
      <p:sp>
        <p:nvSpPr>
          <p:cNvPr id="7" name="Text 3"/>
          <p:cNvSpPr/>
          <p:nvPr/>
        </p:nvSpPr>
        <p:spPr>
          <a:xfrm>
            <a:off x="6350437" y="3219807"/>
            <a:ext cx="7415927" cy="19752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Experience the future of e-commerce with AI Trilead. Our cutting-edge technology, seamless platform, and unwavering commitment to customer satisfaction ensure a world-class shopping journey. Explore our vast selection of AI-powered gadgets and products today!</a:t>
            </a:r>
            <a:endParaRPr lang="en-US" sz="1944" dirty="0"/>
          </a:p>
        </p:txBody>
      </p:sp>
      <p:pic>
        <p:nvPicPr>
          <p:cNvPr id="8" name="Image 2" descr="preencoded.png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3780" y="6295074"/>
            <a:ext cx="1729740" cy="6788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610" y="1071563"/>
            <a:ext cx="4869180" cy="60864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50437" y="2065734"/>
            <a:ext cx="7415927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endParaRPr lang="en-US" sz="1944" dirty="0"/>
          </a:p>
        </p:txBody>
      </p:sp>
      <p:sp>
        <p:nvSpPr>
          <p:cNvPr id="7" name="Text 3"/>
          <p:cNvSpPr/>
          <p:nvPr/>
        </p:nvSpPr>
        <p:spPr>
          <a:xfrm>
            <a:off x="6350437" y="2738437"/>
            <a:ext cx="7415927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5E208E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"Level up your shopping! </a:t>
            </a:r>
            <a:endParaRPr lang="en-US" sz="1944" dirty="0"/>
          </a:p>
        </p:txBody>
      </p:sp>
      <p:sp>
        <p:nvSpPr>
          <p:cNvPr id="8" name="Text 4"/>
          <p:cNvSpPr/>
          <p:nvPr/>
        </p:nvSpPr>
        <p:spPr>
          <a:xfrm>
            <a:off x="6350437" y="3411141"/>
            <a:ext cx="7415927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5E208E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                                     AI Trilead brings the </a:t>
            </a:r>
            <a:endParaRPr lang="en-US" sz="1944" dirty="0"/>
          </a:p>
        </p:txBody>
      </p:sp>
      <p:sp>
        <p:nvSpPr>
          <p:cNvPr id="9" name="Text 5"/>
          <p:cNvSpPr/>
          <p:nvPr/>
        </p:nvSpPr>
        <p:spPr>
          <a:xfrm>
            <a:off x="6350437" y="4083844"/>
            <a:ext cx="7415927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5E208E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                                                                     </a:t>
            </a:r>
            <a:r>
              <a:rPr lang="en-US" sz="1944" dirty="0" smtClean="0">
                <a:solidFill>
                  <a:srgbClr val="5E208E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 </a:t>
            </a:r>
            <a:r>
              <a:rPr lang="en-US" sz="1944" dirty="0">
                <a:solidFill>
                  <a:srgbClr val="5E208E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latest finds &amp; exclusive deals."</a:t>
            </a:r>
            <a:endParaRPr lang="en-US" sz="1944" dirty="0"/>
          </a:p>
        </p:txBody>
      </p:sp>
      <p:sp>
        <p:nvSpPr>
          <p:cNvPr id="10" name="Text 6"/>
          <p:cNvSpPr/>
          <p:nvPr/>
        </p:nvSpPr>
        <p:spPr>
          <a:xfrm>
            <a:off x="6350437" y="4849178"/>
            <a:ext cx="6172200" cy="77152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6075"/>
              </a:lnSpc>
              <a:buNone/>
            </a:pPr>
            <a:r>
              <a:rPr lang="en-US" sz="4860" b="1" kern="0" spc="-146" dirty="0">
                <a:solidFill>
                  <a:srgbClr val="591CE6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            </a:t>
            </a:r>
            <a:endParaRPr lang="en-US" sz="4860" b="1" kern="0" spc="-146" dirty="0" smtClean="0">
              <a:solidFill>
                <a:srgbClr val="591CE6"/>
              </a:solidFill>
              <a:latin typeface="p22-mackinac-pro" pitchFamily="34" charset="0"/>
              <a:ea typeface="p22-mackinac-pro" pitchFamily="34" charset="-122"/>
              <a:cs typeface="p22-mackinac-pro" pitchFamily="34" charset="-120"/>
            </a:endParaRPr>
          </a:p>
          <a:p>
            <a:pPr marL="0" indent="0">
              <a:lnSpc>
                <a:spcPts val="6075"/>
              </a:lnSpc>
              <a:buNone/>
            </a:pPr>
            <a:r>
              <a:rPr lang="en-US" sz="4860" b="1" kern="0" spc="-146" dirty="0" smtClean="0">
                <a:solidFill>
                  <a:srgbClr val="591CE6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      </a:t>
            </a:r>
            <a:r>
              <a:rPr lang="en-US" sz="8000" b="1" kern="0" spc="-146" dirty="0" smtClean="0">
                <a:solidFill>
                  <a:srgbClr val="92D050"/>
                </a:solidFill>
                <a:latin typeface="Lucida Console" pitchFamily="49" charset="0"/>
                <a:ea typeface="p22-mackinac-pro" pitchFamily="34" charset="-122"/>
                <a:cs typeface="MV Boli" pitchFamily="2" charset="0"/>
              </a:rPr>
              <a:t>Thank</a:t>
            </a:r>
            <a:r>
              <a:rPr lang="en-US" sz="8000" b="1" kern="0" spc="-146" dirty="0" smtClean="0">
                <a:solidFill>
                  <a:srgbClr val="591CE6"/>
                </a:solidFill>
                <a:latin typeface="Lucida Console" pitchFamily="49" charset="0"/>
                <a:ea typeface="p22-mackinac-pro" pitchFamily="34" charset="-122"/>
                <a:cs typeface="MV Boli" pitchFamily="2" charset="0"/>
              </a:rPr>
              <a:t> </a:t>
            </a:r>
            <a:r>
              <a:rPr lang="en-US" sz="8000" b="1" kern="0" spc="-146" dirty="0">
                <a:solidFill>
                  <a:srgbClr val="00B050"/>
                </a:solidFill>
                <a:latin typeface="Lucida Console" pitchFamily="49" charset="0"/>
                <a:ea typeface="p22-mackinac-pro" pitchFamily="34" charset="-122"/>
                <a:cs typeface="MV Boli" pitchFamily="2" charset="0"/>
              </a:rPr>
              <a:t>You</a:t>
            </a:r>
            <a:endParaRPr lang="en-US" sz="8000" dirty="0">
              <a:solidFill>
                <a:srgbClr val="00B050"/>
              </a:solidFill>
              <a:latin typeface="Lucida Console" pitchFamily="49" charset="0"/>
              <a:cs typeface="MV Boli" pitchFamily="2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350437" y="5990987"/>
            <a:ext cx="7415927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endParaRPr lang="en-US" sz="1944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306</Words>
  <Application>Microsoft Office PowerPoint</Application>
  <PresentationFormat>Custom</PresentationFormat>
  <Paragraphs>66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hp</cp:lastModifiedBy>
  <cp:revision>4</cp:revision>
  <dcterms:created xsi:type="dcterms:W3CDTF">2024-07-07T14:45:28Z</dcterms:created>
  <dcterms:modified xsi:type="dcterms:W3CDTF">2024-07-08T04:03:38Z</dcterms:modified>
</cp:coreProperties>
</file>